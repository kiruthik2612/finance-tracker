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7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2" r:id="rId15"/>
    <p:sldId id="273" r:id="rId16"/>
    <p:sldId id="277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89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8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3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4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9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9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2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9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5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2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6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F288-3D6C-DB09-99EE-AAC7CB20A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240" y="1459922"/>
            <a:ext cx="6939520" cy="20861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200" dirty="0"/>
              <a:t>Capstone project – 3</a:t>
            </a:r>
            <a:br>
              <a:rPr lang="en-US" sz="3200" dirty="0"/>
            </a:br>
            <a:r>
              <a:rPr lang="en-US" sz="3200" dirty="0"/>
              <a:t> pytHon</a:t>
            </a:r>
            <a:br>
              <a:rPr lang="en-US" sz="3200" dirty="0"/>
            </a:br>
            <a:r>
              <a:rPr lang="en-US" sz="3200" dirty="0"/>
              <a:t>   finance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1A7E5-128C-A47B-EDA8-C3DD67922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7898" y="5202238"/>
            <a:ext cx="7295866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Done by: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                           KIRUTHIK. A  </a:t>
            </a:r>
          </a:p>
        </p:txBody>
      </p:sp>
    </p:spTree>
    <p:extLst>
      <p:ext uri="{BB962C8B-B14F-4D97-AF65-F5344CB8AC3E}">
        <p14:creationId xmlns:p14="http://schemas.microsoft.com/office/powerpoint/2010/main" val="303550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is based on managing personal finance using Python.</a:t>
            </a:r>
          </a:p>
          <a:p>
            <a:r>
              <a:rPr dirty="0"/>
              <a:t> Includes expense tracking, savings calculation, OOP, file handling, loops, functions.</a:t>
            </a:r>
          </a:p>
          <a:p>
            <a:r>
              <a:rPr dirty="0"/>
              <a:t> Based fully on your uploaded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35978"/>
            <a:ext cx="7429499" cy="1478570"/>
          </a:xfrm>
        </p:spPr>
        <p:txBody>
          <a:bodyPr/>
          <a:lstStyle/>
          <a:p>
            <a:r>
              <a:rPr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728687"/>
            <a:ext cx="7793264" cy="361405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objective of this project is to develop a simple and effective Python-based   Personal Finance Tracker that helps users record, calculate, and analyze their monthly expenses.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system aims to automate the process of expense management by collecting user inputs, computing total spending, determining savings, and classifying the user’s financial status.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Overall, the key objective is to provide users with a clear financial overview that supports better budgeting, spending control, and financial awareness.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80" y="728865"/>
            <a:ext cx="7933729" cy="147857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Requirement 1</a:t>
            </a:r>
            <a:r>
              <a:rPr b="1" dirty="0"/>
              <a:t>– Expense Recording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410" y="2544576"/>
            <a:ext cx="7429499" cy="3541714"/>
          </a:xfrm>
        </p:spPr>
        <p:txBody>
          <a:bodyPr/>
          <a:lstStyle/>
          <a:p>
            <a:r>
              <a:rPr dirty="0"/>
              <a:t>User enters daily expenses.</a:t>
            </a:r>
            <a:r>
              <a:rPr lang="en-US" dirty="0"/>
              <a:t>                 Interpretation :</a:t>
            </a:r>
            <a:endParaRPr dirty="0"/>
          </a:p>
          <a:p>
            <a:r>
              <a:rPr dirty="0"/>
              <a:t> Stored in a dictionary.</a:t>
            </a:r>
            <a:r>
              <a:rPr lang="en-US" dirty="0"/>
              <a:t>                         It stores all the expenses in the</a:t>
            </a:r>
            <a:endParaRPr dirty="0"/>
          </a:p>
          <a:p>
            <a:r>
              <a:rPr dirty="0"/>
              <a:t> Calculates total daily expense.</a:t>
            </a:r>
            <a:r>
              <a:rPr lang="en-US" dirty="0"/>
              <a:t>             Dictionary and it sum it all using </a:t>
            </a:r>
            <a:endParaRPr dirty="0"/>
          </a:p>
          <a:p>
            <a:r>
              <a:rPr dirty="0"/>
              <a:t> Uses: loops, dictionary, input().</a:t>
            </a:r>
            <a:r>
              <a:rPr lang="en-US" dirty="0"/>
              <a:t>             Sum() function.</a:t>
            </a:r>
          </a:p>
          <a:p>
            <a:pPr marL="0" indent="0">
              <a:buNone/>
            </a:pPr>
            <a:r>
              <a:rPr lang="en-US" b="1" dirty="0"/>
              <a:t>    </a:t>
            </a:r>
          </a:p>
          <a:p>
            <a:pPr marL="0" indent="0">
              <a:buNone/>
            </a:pPr>
            <a:r>
              <a:rPr lang="en-US" b="1" dirty="0"/>
              <a:t> OUTPUT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F9C41-DD6B-0E33-34EF-315DC9FE1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80" y="5049432"/>
            <a:ext cx="7286029" cy="137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C7EC3A-EC19-8B84-BAB1-94EF44246C75}"/>
              </a:ext>
            </a:extLst>
          </p:cNvPr>
          <p:cNvCxnSpPr>
            <a:cxnSpLocks/>
          </p:cNvCxnSpPr>
          <p:nvPr/>
        </p:nvCxnSpPr>
        <p:spPr>
          <a:xfrm flipH="1">
            <a:off x="4359026" y="2495116"/>
            <a:ext cx="35868" cy="1867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487889"/>
            <a:ext cx="7735490" cy="147857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Requirement</a:t>
            </a:r>
            <a:r>
              <a:rPr b="1" dirty="0"/>
              <a:t> 2 – Monthly Expense </a:t>
            </a:r>
            <a:r>
              <a:rPr lang="en-US" b="1" dirty="0"/>
              <a:t> </a:t>
            </a:r>
            <a:r>
              <a:rPr b="1" dirty="0"/>
              <a:t>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249486"/>
            <a:ext cx="7735490" cy="323691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 Function monthly analysis() receives 30‑day list</a:t>
            </a:r>
            <a:r>
              <a:rPr lang="en-US" dirty="0"/>
              <a:t> </a:t>
            </a:r>
            <a:r>
              <a:rPr dirty="0"/>
              <a:t>.</a:t>
            </a:r>
            <a:r>
              <a:rPr lang="en-US" dirty="0"/>
              <a:t>        Interpretation :</a:t>
            </a:r>
            <a:endParaRPr dirty="0"/>
          </a:p>
          <a:p>
            <a:r>
              <a:rPr dirty="0"/>
              <a:t> Returns:</a:t>
            </a:r>
            <a:r>
              <a:rPr lang="en-US" dirty="0"/>
              <a:t>                                                                  It calculates the list of daily </a:t>
            </a:r>
            <a:endParaRPr dirty="0"/>
          </a:p>
          <a:p>
            <a:pPr marL="0" indent="0">
              <a:buNone/>
            </a:pPr>
            <a:r>
              <a:rPr lang="en-US" dirty="0"/>
              <a:t>    -</a:t>
            </a:r>
            <a:r>
              <a:rPr dirty="0"/>
              <a:t> Total monthly expense</a:t>
            </a:r>
            <a:r>
              <a:rPr lang="en-US" dirty="0"/>
              <a:t>                                             expenses.</a:t>
            </a:r>
            <a:endParaRPr dirty="0"/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</a:t>
            </a:r>
            <a:r>
              <a:rPr dirty="0"/>
              <a:t>- Average daily expense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</a:t>
            </a:r>
            <a:r>
              <a:rPr dirty="0"/>
              <a:t>- Highest spending day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  - Lowest spending day</a:t>
            </a:r>
          </a:p>
          <a:p>
            <a:r>
              <a:rPr dirty="0"/>
              <a:t>Demonstrates use of lists &amp; functions.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 :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ABBDD-AF16-1755-576E-483F90B7F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667125"/>
            <a:ext cx="5991632" cy="8549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F1DE00-8D3D-A41F-1CD4-A504DDEF10B9}"/>
              </a:ext>
            </a:extLst>
          </p:cNvPr>
          <p:cNvCxnSpPr>
            <a:cxnSpLocks/>
          </p:cNvCxnSpPr>
          <p:nvPr/>
        </p:nvCxnSpPr>
        <p:spPr>
          <a:xfrm>
            <a:off x="5762171" y="2249486"/>
            <a:ext cx="0" cy="2642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030" y="670906"/>
            <a:ext cx="8287940" cy="147857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Requirement</a:t>
            </a:r>
            <a:r>
              <a:rPr b="1" dirty="0"/>
              <a:t> 3 – Conditional </a:t>
            </a:r>
            <a:r>
              <a:rPr lang="en-US" b="1" dirty="0"/>
              <a:t>              </a:t>
            </a:r>
            <a:r>
              <a:rPr b="1" dirty="0"/>
              <a:t>Saving</a:t>
            </a:r>
            <a:r>
              <a:rPr lang="en-US" b="1" dirty="0"/>
              <a:t>s </a:t>
            </a:r>
            <a:r>
              <a:rPr b="1" dirty="0"/>
              <a:t>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030" y="2423886"/>
            <a:ext cx="8287939" cy="3439885"/>
          </a:xfrm>
        </p:spPr>
        <p:txBody>
          <a:bodyPr>
            <a:normAutofit lnSpcReduction="10000"/>
          </a:bodyPr>
          <a:lstStyle/>
          <a:p>
            <a:r>
              <a:rPr dirty="0"/>
              <a:t> Inputs: monthly income &amp; expenses.</a:t>
            </a:r>
            <a:r>
              <a:rPr lang="en-US" dirty="0"/>
              <a:t>            Interpretation :             </a:t>
            </a:r>
            <a:endParaRPr dirty="0"/>
          </a:p>
          <a:p>
            <a:r>
              <a:rPr dirty="0"/>
              <a:t> Calculates savings.</a:t>
            </a:r>
            <a:r>
              <a:rPr lang="en-US" dirty="0"/>
              <a:t>                                      The user asks the monthly income and </a:t>
            </a:r>
            <a:endParaRPr dirty="0"/>
          </a:p>
          <a:p>
            <a:r>
              <a:rPr dirty="0"/>
              <a:t> Uses if‑elif‑else to classify:</a:t>
            </a:r>
            <a:r>
              <a:rPr lang="en-US" dirty="0"/>
              <a:t>                           expenses and it show you the type of </a:t>
            </a:r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 - Excellent Saver</a:t>
            </a:r>
            <a:r>
              <a:rPr lang="en-US" dirty="0"/>
              <a:t>                                        saving.</a:t>
            </a:r>
            <a:endParaRPr dirty="0"/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</a:t>
            </a:r>
            <a:r>
              <a:rPr dirty="0"/>
              <a:t>- Moderate Saver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  - Poor Saver</a:t>
            </a:r>
          </a:p>
          <a:p>
            <a:r>
              <a:rPr dirty="0"/>
              <a:t> Demonstrates conditional statements.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 </a:t>
            </a:r>
            <a:r>
              <a:rPr lang="en-US" dirty="0"/>
              <a:t>: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7F3360-0C7A-BD79-05EE-8F42371FCE4E}"/>
              </a:ext>
            </a:extLst>
          </p:cNvPr>
          <p:cNvCxnSpPr>
            <a:cxnSpLocks/>
          </p:cNvCxnSpPr>
          <p:nvPr/>
        </p:nvCxnSpPr>
        <p:spPr>
          <a:xfrm>
            <a:off x="4688114" y="2423886"/>
            <a:ext cx="0" cy="2670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ABE2656-5822-B561-9456-5AEDF96FA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717" y="5566681"/>
            <a:ext cx="4241481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18518"/>
            <a:ext cx="7697390" cy="1478570"/>
          </a:xfrm>
        </p:spPr>
        <p:txBody>
          <a:bodyPr/>
          <a:lstStyle/>
          <a:p>
            <a:r>
              <a:rPr lang="en-US" b="1" dirty="0"/>
              <a:t>requirement</a:t>
            </a:r>
            <a:r>
              <a:rPr b="1" dirty="0"/>
              <a:t> 4 – Expense List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561771"/>
            <a:ext cx="7697390" cy="3541714"/>
          </a:xfrm>
        </p:spPr>
        <p:txBody>
          <a:bodyPr/>
          <a:lstStyle/>
          <a:p>
            <a:r>
              <a:rPr dirty="0"/>
              <a:t>Given weekly list of expenses.</a:t>
            </a:r>
            <a:r>
              <a:rPr lang="en-US" dirty="0"/>
              <a:t>               Interpretation :</a:t>
            </a:r>
            <a:endParaRPr dirty="0"/>
          </a:p>
          <a:p>
            <a:r>
              <a:rPr dirty="0"/>
              <a:t> Loop extracts values &gt; 500.</a:t>
            </a:r>
            <a:r>
              <a:rPr lang="en-US" dirty="0"/>
              <a:t>                  We can fetch the expenses which we  </a:t>
            </a:r>
            <a:endParaRPr dirty="0"/>
          </a:p>
          <a:p>
            <a:pPr marL="0" indent="0">
              <a:buNone/>
            </a:pPr>
            <a:r>
              <a:rPr dirty="0"/>
              <a:t> Calculates count, total, average.</a:t>
            </a:r>
            <a:r>
              <a:rPr lang="en-US" dirty="0"/>
              <a:t>                are Spending more than an particular            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  S</a:t>
            </a:r>
            <a:r>
              <a:rPr dirty="0"/>
              <a:t>hows list filtering using loops.</a:t>
            </a:r>
            <a:r>
              <a:rPr lang="en-US" dirty="0"/>
              <a:t>              amount.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OUTPUT :</a:t>
            </a:r>
            <a:endParaRPr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77107E-503D-C5F8-1FAF-AB2942AA6D79}"/>
              </a:ext>
            </a:extLst>
          </p:cNvPr>
          <p:cNvCxnSpPr>
            <a:stCxn id="3" idx="0"/>
          </p:cNvCxnSpPr>
          <p:nvPr/>
        </p:nvCxnSpPr>
        <p:spPr>
          <a:xfrm flipH="1">
            <a:off x="4688114" y="2561771"/>
            <a:ext cx="16641" cy="185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168A9D4-CC3A-33C5-F8A7-CAF50C20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57" y="5381203"/>
            <a:ext cx="5738529" cy="1124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685" y="805035"/>
            <a:ext cx="7750629" cy="1188720"/>
          </a:xfrm>
        </p:spPr>
        <p:txBody>
          <a:bodyPr/>
          <a:lstStyle/>
          <a:p>
            <a:r>
              <a:rPr lang="en-US" b="1" dirty="0"/>
              <a:t>requirement</a:t>
            </a:r>
            <a:r>
              <a:rPr b="1" dirty="0"/>
              <a:t> 5 – Budget Advice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5" y="2362274"/>
            <a:ext cx="7750629" cy="310198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 Inputs: income, rent, food, transport.</a:t>
            </a:r>
            <a:r>
              <a:rPr lang="en-US" dirty="0"/>
              <a:t>         Interpretation :</a:t>
            </a:r>
            <a:endParaRPr dirty="0"/>
          </a:p>
          <a:p>
            <a:r>
              <a:rPr dirty="0"/>
              <a:t> Checks percentage of income spent.</a:t>
            </a:r>
            <a:r>
              <a:rPr lang="en-US" dirty="0"/>
              <a:t>         It is used to find the high expenses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   </a:t>
            </a:r>
            <a:r>
              <a:rPr dirty="0"/>
              <a:t>Returns suggestion:</a:t>
            </a:r>
            <a:r>
              <a:rPr lang="en-US" dirty="0"/>
              <a:t>                                 which we are doing.</a:t>
            </a:r>
            <a:endParaRPr dirty="0"/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- Reduce rent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- Control food spending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- Transport cost high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- Good budget management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OUTPUT :</a:t>
            </a:r>
            <a:endParaRPr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6B978E-C625-DCBB-4F3C-E05B5C130421}"/>
              </a:ext>
            </a:extLst>
          </p:cNvPr>
          <p:cNvCxnSpPr>
            <a:cxnSpLocks/>
            <a:stCxn id="3" idx="0"/>
          </p:cNvCxnSpPr>
          <p:nvPr/>
        </p:nvCxnSpPr>
        <p:spPr>
          <a:xfrm flipH="1">
            <a:off x="4571999" y="2362274"/>
            <a:ext cx="1" cy="2383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35DF7CB-3AA4-E2C8-E7DE-61BB4AE31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479" y="5506864"/>
            <a:ext cx="3810091" cy="615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2"/>
    </mc:Choice>
    <mc:Fallback xmlns="">
      <p:transition spd="slow" advTm="204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230" y="618518"/>
            <a:ext cx="7792980" cy="10361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requirement</a:t>
            </a:r>
            <a:r>
              <a:rPr b="1" dirty="0"/>
              <a:t> 6 – Tuples &amp; Sets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230" y="2220458"/>
            <a:ext cx="7792980" cy="3541714"/>
          </a:xfrm>
        </p:spPr>
        <p:txBody>
          <a:bodyPr/>
          <a:lstStyle/>
          <a:p>
            <a:r>
              <a:rPr dirty="0"/>
              <a:t>Fixed &amp; variable expense tuples.</a:t>
            </a:r>
            <a:r>
              <a:rPr lang="en-US" dirty="0"/>
              <a:t>                    Interpretation :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 </a:t>
            </a:r>
            <a:r>
              <a:rPr dirty="0"/>
              <a:t>Converted to sets.</a:t>
            </a:r>
            <a:r>
              <a:rPr lang="en-US" dirty="0"/>
              <a:t>                                        It finds the common spending </a:t>
            </a:r>
            <a:endParaRPr dirty="0"/>
          </a:p>
          <a:p>
            <a:pPr marL="0" indent="0">
              <a:buNone/>
            </a:pP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 Finds:</a:t>
            </a:r>
            <a:r>
              <a:rPr lang="en-US" dirty="0"/>
              <a:t>                                                           category and it finds the </a:t>
            </a:r>
            <a:endParaRPr dirty="0"/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- Common items</a:t>
            </a:r>
            <a:r>
              <a:rPr lang="en-US" dirty="0"/>
              <a:t>                                          unnecessary spendings.</a:t>
            </a:r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- Unique items in each.</a:t>
            </a:r>
          </a:p>
          <a:p>
            <a:pPr marL="0" indent="0">
              <a:buNone/>
            </a:pPr>
            <a:r>
              <a:rPr dirty="0"/>
              <a:t>• Demonstrates set theory in Python.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 :</a:t>
            </a:r>
            <a:endParaRPr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442D16-5D27-CE29-1D23-C1C117054ADC}"/>
              </a:ext>
            </a:extLst>
          </p:cNvPr>
          <p:cNvCxnSpPr>
            <a:cxnSpLocks/>
          </p:cNvCxnSpPr>
          <p:nvPr/>
        </p:nvCxnSpPr>
        <p:spPr>
          <a:xfrm>
            <a:off x="5079717" y="2267743"/>
            <a:ext cx="283" cy="2322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6C4FFD6-0456-303C-D683-784A6AE3B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91" y="5587248"/>
            <a:ext cx="5504135" cy="958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457" y="641240"/>
            <a:ext cx="7329714" cy="1214722"/>
          </a:xfrm>
        </p:spPr>
        <p:txBody>
          <a:bodyPr>
            <a:normAutofit/>
          </a:bodyPr>
          <a:lstStyle/>
          <a:p>
            <a:r>
              <a:rPr lang="en-US" b="1" dirty="0"/>
              <a:t>requirement</a:t>
            </a:r>
            <a:r>
              <a:rPr b="1" dirty="0"/>
              <a:t> 7 – Financial Profile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457" y="2275187"/>
            <a:ext cx="7329714" cy="3101983"/>
          </a:xfrm>
        </p:spPr>
        <p:txBody>
          <a:bodyPr>
            <a:normAutofit lnSpcReduction="10000"/>
          </a:bodyPr>
          <a:lstStyle/>
          <a:p>
            <a:r>
              <a:rPr dirty="0"/>
              <a:t> Class Finance Profile created.</a:t>
            </a:r>
            <a:r>
              <a:rPr lang="en-US" dirty="0"/>
              <a:t>            Interpretation :</a:t>
            </a:r>
            <a:endParaRPr dirty="0"/>
          </a:p>
          <a:p>
            <a:r>
              <a:rPr dirty="0"/>
              <a:t> Attributes: name, income, expense.</a:t>
            </a:r>
            <a:r>
              <a:rPr lang="en-US" dirty="0"/>
              <a:t>     It shows the person who are </a:t>
            </a:r>
            <a:endParaRPr dirty="0"/>
          </a:p>
          <a:p>
            <a:r>
              <a:rPr dirty="0"/>
              <a:t> Methods:</a:t>
            </a:r>
            <a:r>
              <a:rPr lang="en-US" dirty="0"/>
              <a:t>                                          spending more amount and who all </a:t>
            </a:r>
            <a:endParaRPr dirty="0"/>
          </a:p>
          <a:p>
            <a:pPr marL="0" indent="0">
              <a:buNone/>
            </a:pPr>
            <a:r>
              <a:rPr dirty="0"/>
              <a:t>  - calculate</a:t>
            </a:r>
            <a:r>
              <a:rPr lang="en-US" dirty="0"/>
              <a:t>_</a:t>
            </a:r>
            <a:r>
              <a:rPr dirty="0"/>
              <a:t>savings()</a:t>
            </a:r>
            <a:r>
              <a:rPr lang="en-US" dirty="0"/>
              <a:t>                             are saving the amount.</a:t>
            </a:r>
            <a:endParaRPr dirty="0"/>
          </a:p>
          <a:p>
            <a:pPr marL="0" indent="0">
              <a:buNone/>
            </a:pPr>
            <a:r>
              <a:rPr dirty="0"/>
              <a:t>  - spending</a:t>
            </a:r>
            <a:r>
              <a:rPr lang="en-US" dirty="0"/>
              <a:t>_</a:t>
            </a:r>
            <a:r>
              <a:rPr dirty="0"/>
              <a:t>status()</a:t>
            </a:r>
          </a:p>
          <a:p>
            <a:pPr marL="0" indent="0">
              <a:buNone/>
            </a:pPr>
            <a:r>
              <a:rPr dirty="0"/>
              <a:t>• Shows OOP fundamentals.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 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E6A493-44B4-340F-6B95-A1FA114D5482}"/>
              </a:ext>
            </a:extLst>
          </p:cNvPr>
          <p:cNvCxnSpPr>
            <a:stCxn id="3" idx="0"/>
          </p:cNvCxnSpPr>
          <p:nvPr/>
        </p:nvCxnSpPr>
        <p:spPr>
          <a:xfrm>
            <a:off x="4637314" y="2275187"/>
            <a:ext cx="0" cy="2485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ABBB6DF-07C4-D59F-DFBE-C167ADE06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00" y="5524116"/>
            <a:ext cx="4121827" cy="11447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562" y="618518"/>
            <a:ext cx="7848599" cy="978053"/>
          </a:xfrm>
        </p:spPr>
        <p:txBody>
          <a:bodyPr/>
          <a:lstStyle/>
          <a:p>
            <a:r>
              <a:rPr lang="en-US" b="1" dirty="0"/>
              <a:t>requirement</a:t>
            </a:r>
            <a:r>
              <a:rPr b="1" dirty="0"/>
              <a:t> 8 –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562" y="2097087"/>
            <a:ext cx="7848598" cy="295388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 Writes weekly expenses into expenses.txt</a:t>
            </a:r>
            <a:r>
              <a:rPr lang="en-US" dirty="0"/>
              <a:t>        Interpretation :</a:t>
            </a:r>
            <a:endParaRPr dirty="0"/>
          </a:p>
          <a:p>
            <a:r>
              <a:rPr dirty="0"/>
              <a:t> Reads file</a:t>
            </a:r>
            <a:r>
              <a:rPr lang="en-US" dirty="0"/>
              <a:t>                                                        The expenses we are spending will </a:t>
            </a:r>
            <a:endParaRPr dirty="0"/>
          </a:p>
          <a:p>
            <a:r>
              <a:rPr dirty="0"/>
              <a:t> Calculates weekly total</a:t>
            </a:r>
            <a:r>
              <a:rPr lang="en-US" dirty="0"/>
              <a:t>                                     be saved as an txt file.</a:t>
            </a:r>
            <a:endParaRPr dirty="0"/>
          </a:p>
          <a:p>
            <a:r>
              <a:rPr dirty="0"/>
              <a:t> Includes error handling: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</a:t>
            </a:r>
            <a:r>
              <a:rPr dirty="0"/>
              <a:t>- File not found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</a:t>
            </a:r>
            <a:r>
              <a:rPr dirty="0"/>
              <a:t>- Reading error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 :</a:t>
            </a:r>
            <a:endParaRPr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C68CD3-062F-13AF-FAA2-AA10293C43A0}"/>
              </a:ext>
            </a:extLst>
          </p:cNvPr>
          <p:cNvCxnSpPr/>
          <p:nvPr/>
        </p:nvCxnSpPr>
        <p:spPr>
          <a:xfrm>
            <a:off x="5094514" y="2097088"/>
            <a:ext cx="0" cy="25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5E4B0FE-579B-8B59-8350-269F1AFCD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359" y="5174117"/>
            <a:ext cx="5459003" cy="12169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028" y="819549"/>
            <a:ext cx="7561943" cy="1188720"/>
          </a:xfrm>
        </p:spPr>
        <p:txBody>
          <a:bodyPr/>
          <a:lstStyle/>
          <a:p>
            <a:r>
              <a:rPr lang="en-US" b="1" dirty="0"/>
              <a:t>requirement</a:t>
            </a:r>
            <a:r>
              <a:rPr b="1" dirty="0"/>
              <a:t> 9 – Expense</a:t>
            </a:r>
            <a:r>
              <a:rPr lang="en-US" b="1" dirty="0"/>
              <a:t> </a:t>
            </a:r>
            <a:r>
              <a:rPr b="1" dirty="0"/>
              <a:t>Tracker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536445"/>
            <a:ext cx="8011886" cy="3101983"/>
          </a:xfrm>
        </p:spPr>
        <p:txBody>
          <a:bodyPr/>
          <a:lstStyle/>
          <a:p>
            <a:r>
              <a:rPr dirty="0"/>
              <a:t> OOP with multiple attributes:</a:t>
            </a:r>
            <a:r>
              <a:rPr lang="en-US" dirty="0"/>
              <a:t>                       Interpretation :</a:t>
            </a:r>
            <a:endParaRPr dirty="0"/>
          </a:p>
          <a:p>
            <a:r>
              <a:rPr dirty="0"/>
              <a:t> name, income, rent, food, transport, others.</a:t>
            </a:r>
            <a:r>
              <a:rPr lang="en-US" dirty="0"/>
              <a:t>     It calculates the total expenses</a:t>
            </a:r>
            <a:endParaRPr dirty="0"/>
          </a:p>
          <a:p>
            <a:r>
              <a:rPr dirty="0"/>
              <a:t> Methods:</a:t>
            </a:r>
            <a:r>
              <a:rPr lang="en-US" dirty="0"/>
              <a:t>                                                      and it shows how much </a:t>
            </a:r>
            <a:endParaRPr dirty="0"/>
          </a:p>
          <a:p>
            <a:pPr marL="0" indent="0">
              <a:buNone/>
            </a:pPr>
            <a:r>
              <a:rPr dirty="0"/>
              <a:t>  - total_expense()</a:t>
            </a:r>
            <a:r>
              <a:rPr lang="en-US" dirty="0"/>
              <a:t>                                             amount you are saving.</a:t>
            </a:r>
            <a:endParaRPr dirty="0"/>
          </a:p>
          <a:p>
            <a:pPr marL="0" indent="0">
              <a:buNone/>
            </a:pPr>
            <a:r>
              <a:rPr dirty="0"/>
              <a:t>  - savings()</a:t>
            </a:r>
          </a:p>
          <a:p>
            <a:pPr marL="0" indent="0">
              <a:buNone/>
            </a:pPr>
            <a:r>
              <a:rPr dirty="0"/>
              <a:t>  - status()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E4C2E8-30A2-4046-7E83-EBC023D93A4F}"/>
              </a:ext>
            </a:extLst>
          </p:cNvPr>
          <p:cNvCxnSpPr>
            <a:cxnSpLocks/>
          </p:cNvCxnSpPr>
          <p:nvPr/>
        </p:nvCxnSpPr>
        <p:spPr>
          <a:xfrm>
            <a:off x="5210629" y="2536445"/>
            <a:ext cx="0" cy="24564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9F7D76A-6594-CA86-E2DC-6E8C513F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875" y="5532628"/>
            <a:ext cx="3356248" cy="10116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06397"/>
            <a:ext cx="7640240" cy="10030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REQUIREMENT</a:t>
            </a:r>
            <a:r>
              <a:rPr b="1" dirty="0"/>
              <a:t> 10 – Final Finance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1" y="1966686"/>
            <a:ext cx="7640239" cy="292463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User enters income, rent, food, transport</a:t>
            </a:r>
            <a:r>
              <a:rPr lang="en-US" dirty="0"/>
              <a:t>.      Interpretation :      </a:t>
            </a:r>
            <a:endParaRPr dirty="0"/>
          </a:p>
          <a:p>
            <a:r>
              <a:rPr dirty="0"/>
              <a:t>Functions calculate total &amp; status.</a:t>
            </a:r>
            <a:r>
              <a:rPr lang="en-US" dirty="0"/>
              <a:t>                   User ask your salary and your </a:t>
            </a:r>
          </a:p>
          <a:p>
            <a:pPr marL="0" indent="0">
              <a:buNone/>
            </a:pPr>
            <a:r>
              <a:rPr lang="en-US" dirty="0"/>
              <a:t>•  Displays:                                                        expenses amount and display your 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- Total Expense</a:t>
            </a:r>
            <a:r>
              <a:rPr lang="en-US" dirty="0"/>
              <a:t>                                               balance savings amount.</a:t>
            </a:r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 </a:t>
            </a:r>
            <a:r>
              <a:rPr dirty="0"/>
              <a:t> - Savings</a:t>
            </a:r>
          </a:p>
          <a:p>
            <a:pPr marL="0" indent="0">
              <a:buNone/>
            </a:pPr>
            <a:r>
              <a:rPr dirty="0"/>
              <a:t>  - Spending Status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 :</a:t>
            </a:r>
            <a:endParaRPr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7119D0-F7AA-D723-689F-CC9EE573BE86}"/>
              </a:ext>
            </a:extLst>
          </p:cNvPr>
          <p:cNvCxnSpPr/>
          <p:nvPr/>
        </p:nvCxnSpPr>
        <p:spPr>
          <a:xfrm>
            <a:off x="4978398" y="1966686"/>
            <a:ext cx="0" cy="2412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7ECBD73-3A7C-E75E-C45D-59BA9C5FF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45" y="4891315"/>
            <a:ext cx="4102909" cy="17477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24397"/>
            <a:ext cx="7429499" cy="1160201"/>
          </a:xfrm>
        </p:spPr>
        <p:txBody>
          <a:bodyPr/>
          <a:lstStyle/>
          <a:p>
            <a:r>
              <a:rPr b="1" dirty="0"/>
              <a:t>Python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097088"/>
            <a:ext cx="7429499" cy="3541714"/>
          </a:xfrm>
        </p:spPr>
        <p:txBody>
          <a:bodyPr>
            <a:normAutofit/>
          </a:bodyPr>
          <a:lstStyle/>
          <a:p>
            <a:r>
              <a:rPr dirty="0"/>
              <a:t>Variables &amp; Data Types</a:t>
            </a:r>
          </a:p>
          <a:p>
            <a:r>
              <a:rPr lang="en-US" dirty="0"/>
              <a:t> </a:t>
            </a:r>
            <a:r>
              <a:rPr dirty="0"/>
              <a:t>Lists, Dictionaries, Tuples, Sets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  </a:t>
            </a:r>
            <a:r>
              <a:rPr dirty="0"/>
              <a:t>Loops (for/while)</a:t>
            </a:r>
          </a:p>
          <a:p>
            <a:r>
              <a:rPr lang="en-US" dirty="0"/>
              <a:t> </a:t>
            </a:r>
            <a:r>
              <a:rPr dirty="0"/>
              <a:t>Conditional statements</a:t>
            </a:r>
          </a:p>
          <a:p>
            <a:r>
              <a:rPr lang="en-US" dirty="0"/>
              <a:t> </a:t>
            </a:r>
            <a:r>
              <a:rPr dirty="0"/>
              <a:t>Functions</a:t>
            </a:r>
          </a:p>
          <a:p>
            <a:r>
              <a:rPr dirty="0"/>
              <a:t> File handling</a:t>
            </a:r>
          </a:p>
          <a:p>
            <a:r>
              <a:rPr dirty="0"/>
              <a:t> Object‑Oriented Programming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83114"/>
            <a:ext cx="7429499" cy="1160200"/>
          </a:xfrm>
        </p:spPr>
        <p:txBody>
          <a:bodyPr/>
          <a:lstStyle/>
          <a:p>
            <a:r>
              <a:rPr b="1" dirty="0"/>
              <a:t>Real‑Life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649004"/>
            <a:ext cx="5937755" cy="3101983"/>
          </a:xfrm>
        </p:spPr>
        <p:txBody>
          <a:bodyPr/>
          <a:lstStyle/>
          <a:p>
            <a:r>
              <a:rPr dirty="0"/>
              <a:t> Personal budget tracking</a:t>
            </a:r>
          </a:p>
          <a:p>
            <a:r>
              <a:rPr dirty="0"/>
              <a:t> Banking &amp; finance apps</a:t>
            </a:r>
          </a:p>
          <a:p>
            <a:r>
              <a:rPr dirty="0"/>
              <a:t> Household planning tools</a:t>
            </a:r>
          </a:p>
          <a:p>
            <a:r>
              <a:rPr dirty="0"/>
              <a:t> Monthly savings calculators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149E-ECDB-8DC0-6EDD-3A5332EE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29" y="927898"/>
            <a:ext cx="7373256" cy="118872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C3FF-7B57-3842-44D9-F15937CDF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428" y="2638045"/>
            <a:ext cx="7373257" cy="35595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Personal Finance Tracker project successfully demonstrates how simple programming concepts can be applied to solve real-life financial management problems.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the calculation of expenses, savings, and spending status, the system provides users with a clear understanding of their monthly financial behavior..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highlights the importance of financial awareness and showcases Python’s capability in building meaningful, everyday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65516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193544"/>
            <a:ext cx="7429499" cy="1478570"/>
          </a:xfrm>
        </p:spPr>
        <p:txBody>
          <a:bodyPr>
            <a:normAutofit/>
          </a:bodyPr>
          <a:lstStyle/>
          <a:p>
            <a:r>
              <a:rPr sz="6600" dirty="0"/>
              <a:t>Thank You</a:t>
            </a:r>
            <a:r>
              <a:rPr lang="en-US" sz="6600" dirty="0"/>
              <a:t> </a:t>
            </a:r>
            <a:r>
              <a:rPr sz="6600"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1659</TotalTime>
  <Words>859</Words>
  <Application>Microsoft Office PowerPoint</Application>
  <PresentationFormat>On-screen Show (4:3)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Gill Sans MT</vt:lpstr>
      <vt:lpstr>Times New Roman</vt:lpstr>
      <vt:lpstr>Wingdings</vt:lpstr>
      <vt:lpstr>Parcel</vt:lpstr>
      <vt:lpstr>Capstone project – 3  pytHon    finance tracker</vt:lpstr>
      <vt:lpstr>Introduction</vt:lpstr>
      <vt:lpstr>Project Objective</vt:lpstr>
      <vt:lpstr>Requirement 1– Expense Recording System</vt:lpstr>
      <vt:lpstr>Requirement 2 – Monthly Expense  Analyzer</vt:lpstr>
      <vt:lpstr>Requirement 3 – Conditional               Savings Calculator</vt:lpstr>
      <vt:lpstr>requirement 4 – Expense List Processing</vt:lpstr>
      <vt:lpstr>requirement 5 – Budget Advice Function</vt:lpstr>
      <vt:lpstr>requirement 6 – Tuples &amp; Sets Operations</vt:lpstr>
      <vt:lpstr>requirement 7 – Financial Profile Class</vt:lpstr>
      <vt:lpstr>requirement 8 – File Handling</vt:lpstr>
      <vt:lpstr>requirement 9 – Expense Tracker Class</vt:lpstr>
      <vt:lpstr>REQUIREMENT 10 – Final Finance Program</vt:lpstr>
      <vt:lpstr>Python Concepts Used</vt:lpstr>
      <vt:lpstr>Real‑Life Applications</vt:lpstr>
      <vt:lpstr>CONCLUSION</vt:lpstr>
      <vt:lpstr>Thank You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KIRUHTIK A</cp:lastModifiedBy>
  <cp:revision>4</cp:revision>
  <dcterms:created xsi:type="dcterms:W3CDTF">2013-01-27T09:14:16Z</dcterms:created>
  <dcterms:modified xsi:type="dcterms:W3CDTF">2025-12-10T17:37:50Z</dcterms:modified>
  <cp:category/>
</cp:coreProperties>
</file>